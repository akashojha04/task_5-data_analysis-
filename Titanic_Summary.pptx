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059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551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5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76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902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077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686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045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499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728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275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17649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54530" y="3765449"/>
            <a:ext cx="5449871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70379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9618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98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6940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654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145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5476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  <p:sldLayoutId id="2147483873" r:id="rId15"/>
    <p:sldLayoutId id="2147483874" r:id="rId16"/>
    <p:sldLayoutId id="214748387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271777" cy="310945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Exploratory Data</a:t>
            </a:r>
            <a:br>
              <a:rPr lang="en-US"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A</a:t>
            </a:r>
            <a:r>
              <a:rPr dirty="0"/>
              <a:t>nalysis (EDA) </a:t>
            </a:r>
            <a:br>
              <a:rPr lang="en-US" dirty="0"/>
            </a:br>
            <a:r>
              <a:rPr dirty="0"/>
              <a:t>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sz="half" idx="2"/>
          </p:nvPr>
        </p:nvSpPr>
        <p:spPr>
          <a:xfrm>
            <a:off x="866441" y="4069325"/>
            <a:ext cx="3425339" cy="1123335"/>
          </a:xfrm>
        </p:spPr>
        <p:txBody>
          <a:bodyPr/>
          <a:lstStyle/>
          <a:p>
            <a:r>
              <a:rPr dirty="0"/>
              <a:t>Titanic Dataset Anal</a:t>
            </a:r>
            <a:r>
              <a:rPr lang="en-US" dirty="0"/>
              <a:t>ysis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492305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Dataset: Titanic Training Data</a:t>
            </a:r>
          </a:p>
          <a:p>
            <a:pPr marL="0" indent="0">
              <a:buNone/>
            </a:pPr>
            <a:r>
              <a:rPr dirty="0"/>
              <a:t>• Target Variable: Survived</a:t>
            </a:r>
          </a:p>
          <a:p>
            <a:pPr marL="0" indent="0">
              <a:buNone/>
            </a:pPr>
            <a:r>
              <a:rPr dirty="0"/>
              <a:t>• Key Features: Pclass, Age, Sex, Fare, SibSp, Parch, Cabin</a:t>
            </a:r>
          </a:p>
          <a:p>
            <a:pPr marL="0" indent="0">
              <a:buNone/>
            </a:pPr>
            <a:r>
              <a:rPr dirty="0"/>
              <a:t>• Missing Values observed in Age and Cabin columns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451295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Filled missing Age values using median</a:t>
            </a:r>
          </a:p>
          <a:p>
            <a:pPr marL="0" indent="0">
              <a:buNone/>
            </a:pPr>
            <a:r>
              <a:rPr dirty="0"/>
              <a:t>• Filled Embarked with mode</a:t>
            </a:r>
          </a:p>
          <a:p>
            <a:pPr marL="0" indent="0">
              <a:buNone/>
            </a:pPr>
            <a:r>
              <a:rPr dirty="0"/>
              <a:t>• Extracted Cabin Deck from Cabin column</a:t>
            </a:r>
          </a:p>
          <a:p>
            <a:pPr marL="0" indent="0">
              <a:buNone/>
            </a:pPr>
            <a:r>
              <a:rPr dirty="0"/>
              <a:t>• Treated missing Cabin as 'Unknown'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Analysis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479431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Majority passengers aged between 20–40</a:t>
            </a:r>
          </a:p>
          <a:p>
            <a:pPr marL="0" indent="0">
              <a:buNone/>
            </a:pPr>
            <a:r>
              <a:rPr dirty="0"/>
              <a:t>• Most passengers belonged to 3rd class</a:t>
            </a:r>
          </a:p>
          <a:p>
            <a:pPr marL="0" indent="0">
              <a:buNone/>
            </a:pPr>
            <a:r>
              <a:rPr dirty="0"/>
              <a:t>• Male passengers were higher in number</a:t>
            </a:r>
          </a:p>
          <a:p>
            <a:pPr marL="0" indent="0">
              <a:buNone/>
            </a:pPr>
            <a:r>
              <a:rPr dirty="0"/>
              <a:t>• Fare distribution contains significant outliers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Analysis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01400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Females had significantly higher survival rate</a:t>
            </a:r>
          </a:p>
          <a:p>
            <a:pPr marL="0" indent="0">
              <a:buNone/>
            </a:pPr>
            <a:r>
              <a:rPr dirty="0"/>
              <a:t>• 1st class passengers survived more</a:t>
            </a:r>
          </a:p>
          <a:p>
            <a:pPr marL="0" indent="0">
              <a:buNone/>
            </a:pPr>
            <a:r>
              <a:rPr dirty="0"/>
              <a:t>• Higher Fare strongly associated with survival</a:t>
            </a:r>
          </a:p>
          <a:p>
            <a:pPr marL="0" indent="0">
              <a:buNone/>
            </a:pPr>
            <a:r>
              <a:rPr dirty="0"/>
              <a:t>• Large family size slightly reduced survival chances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Cabin Deck Survival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957732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Higher decks (B, C, D) show higher survival rates</a:t>
            </a:r>
          </a:p>
          <a:p>
            <a:pPr marL="0" indent="0">
              <a:buNone/>
            </a:pPr>
            <a:r>
              <a:rPr dirty="0"/>
              <a:t>• Unknown cabins mostly associated with lower class</a:t>
            </a:r>
          </a:p>
          <a:p>
            <a:pPr marL="0" indent="0">
              <a:buNone/>
            </a:pPr>
            <a:r>
              <a:rPr dirty="0"/>
              <a:t>• Deck position correlated with Passenger Class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817055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Fare positively correlated with Survival</a:t>
            </a:r>
          </a:p>
          <a:p>
            <a:pPr marL="0" indent="0">
              <a:buNone/>
            </a:pPr>
            <a:r>
              <a:rPr dirty="0"/>
              <a:t>• Pclass negatively correlated with Survival</a:t>
            </a:r>
          </a:p>
          <a:p>
            <a:pPr marL="0" indent="0">
              <a:buNone/>
            </a:pPr>
            <a:r>
              <a:rPr dirty="0"/>
              <a:t>• Age shows weak correlation</a:t>
            </a:r>
          </a:p>
          <a:p>
            <a:pPr marL="0" indent="0">
              <a:buNone/>
            </a:pPr>
            <a:r>
              <a:rPr dirty="0"/>
              <a:t>• SibSp and Parch show moderate relationship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464169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Socio-economic status strongly influenced survival</a:t>
            </a:r>
          </a:p>
          <a:p>
            <a:pPr marL="0" indent="0">
              <a:buNone/>
            </a:pPr>
            <a:r>
              <a:rPr dirty="0"/>
              <a:t>• Gender was a major deciding factor</a:t>
            </a:r>
          </a:p>
          <a:p>
            <a:pPr marL="0" indent="0">
              <a:buNone/>
            </a:pPr>
            <a:r>
              <a:rPr dirty="0"/>
              <a:t>• Cabin location impacted access to lifeboats</a:t>
            </a:r>
          </a:p>
          <a:p>
            <a:pPr marL="0" indent="0">
              <a:buNone/>
            </a:pPr>
            <a:r>
              <a:rPr dirty="0"/>
              <a:t>• Fare and Passenger Class are strong predictive features</a:t>
            </a:r>
          </a:p>
          <a:p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10</TotalTime>
  <Words>230</Words>
  <Application>Microsoft Office PowerPoint</Application>
  <PresentationFormat>On-screen Show (4:3)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</vt:lpstr>
      <vt:lpstr>Exploratory Data Analysis (EDA)  Summary</vt:lpstr>
      <vt:lpstr>Dataset Overview</vt:lpstr>
      <vt:lpstr>Data Cleaning Steps</vt:lpstr>
      <vt:lpstr>Analysis Insights</vt:lpstr>
      <vt:lpstr>Analysis Insights</vt:lpstr>
      <vt:lpstr>Cabin Deck Survival Analysis</vt:lpstr>
      <vt:lpstr>Correlation Analysis</vt:lpstr>
      <vt:lpstr>Key Business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Data Analysis (EDA) Summary</dc:title>
  <dc:subject/>
  <dc:creator/>
  <cp:keywords/>
  <dc:description>generated using python-pptx</dc:description>
  <cp:lastModifiedBy>ku.jyotsana@gmail.com</cp:lastModifiedBy>
  <cp:revision>3</cp:revision>
  <dcterms:created xsi:type="dcterms:W3CDTF">2013-01-27T09:14:16Z</dcterms:created>
  <dcterms:modified xsi:type="dcterms:W3CDTF">2026-02-19T14:09:28Z</dcterms:modified>
  <cp:category/>
</cp:coreProperties>
</file>